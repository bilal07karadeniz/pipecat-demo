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Product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Q4 2024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Key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Revenue Growth: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6459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+25% YoY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Customer Acquisition: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3774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1,500 new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Retention Rate: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1089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94%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NPS Score: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8404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72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Quarterly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Q1: $2.1M revenue, 350 new customers</a:t>
            </a:r>
          </a:p>
          <a:p>
            <a:pPr>
              <a:spcAft>
                <a:spcPts val="1200"/>
              </a:spcAft>
              <a:defRPr sz="2200"/>
            </a:pPr>
            <a:r>
              <a:t>Q2: $2.4M revenue, 420 new customers</a:t>
            </a:r>
          </a:p>
          <a:p>
            <a:pPr>
              <a:spcAft>
                <a:spcPts val="1200"/>
              </a:spcAft>
              <a:defRPr sz="2200"/>
            </a:pPr>
            <a:r>
              <a:t>Q3: $2.8M revenue, 380 new customers</a:t>
            </a:r>
          </a:p>
          <a:p>
            <a:pPr>
              <a:spcAft>
                <a:spcPts val="1200"/>
              </a:spcAft>
              <a:defRPr sz="2200"/>
            </a:pPr>
            <a:r>
              <a:t>Q4: $3.2M revenue, 450 new customers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1. Review dashboard metrics weekly</a:t>
            </a:r>
          </a:p>
          <a:p>
            <a:pPr>
              <a:spcAft>
                <a:spcPts val="1200"/>
              </a:spcAft>
              <a:defRPr sz="2200"/>
            </a:pPr>
            <a:r>
              <a:t>2. Optimize conversion funnel</a:t>
            </a:r>
          </a:p>
          <a:p>
            <a:pPr>
              <a:spcAft>
                <a:spcPts val="1200"/>
              </a:spcAft>
              <a:defRPr sz="2200"/>
            </a:pPr>
            <a:r>
              <a:t>3. Launch Q1 marketing campaign</a:t>
            </a:r>
          </a:p>
          <a:p>
            <a:pPr>
              <a:spcAft>
                <a:spcPts val="1200"/>
              </a:spcAft>
              <a:defRPr sz="2200"/>
            </a:pPr>
            <a:r>
              <a:t>4. Expand into new markets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